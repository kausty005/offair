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0D68F"/>
                </a:solidFill>
              </a:rPr>
              <a:t>⬡  SOVEREIGN AI WORKBENCH ·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Test Climate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0DA"/>
                </a:solidFill>
              </a:rPr>
              <a:t>OffAir AI Sovereign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91840"/>
            <a:ext cx="9144000" cy="27432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8D0DA"/>
                </a:solidFill>
              </a:rPr>
              <a:t>Generated: 2026-09-07 15:12  |  LOCAL · AIR-GAPPED · NO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5760720"/>
            <a:ext cx="3200400" cy="64008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5760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⚠  DRAFT — HUMAN REVIEW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1005840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68F"/>
                </a:solidFill>
              </a:rPr>
              <a:t>01  | 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0" y="228600"/>
            <a:ext cx="2377440" cy="457200"/>
          </a:xfrm>
          <a:prstGeom prst="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68F"/>
                </a:solidFill>
              </a:rPr>
              <a:t>SOVEREIGN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Global temperature tracking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Renewable energy expansion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69280"/>
            <a:ext cx="10972800" cy="411480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0DA"/>
                </a:solidFill>
              </a:rPr>
              <a:t>Source / Reference: IPCC AR6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8D0DA"/>
                </a:solidFill>
              </a:rPr>
              <a:t>SIH26117 Sovereign AI Workbench  |  LOCAL INFERENCE  |  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